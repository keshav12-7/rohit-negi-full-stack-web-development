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Limit to Cold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per Bank Circular IC/29/2025</a:t>
            </a:r>
          </a:p>
          <a:p>
            <a:r>
              <a:t>Date: 10-01-2025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reviewed guidelines for working capital limits</a:t>
            </a:r>
          </a:p>
          <a:p>
            <a:r>
              <a:t>Applicable for on-lending to farmers for storage of produce</a:t>
            </a:r>
          </a:p>
          <a:p>
            <a:r>
              <a:t>Aim: Align product with peer banks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Changes in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 charged at monthly rests</a:t>
            </a:r>
          </a:p>
          <a:p>
            <a:r>
              <a:t>Demanded as and when due</a:t>
            </a:r>
          </a:p>
          <a:p>
            <a:r>
              <a:t>Old interest concessions withdrawn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Withdrawn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40% liability reduction condition withdrawn</a:t>
            </a:r>
          </a:p>
          <a:p>
            <a:r>
              <a:t>2% penal interest condition withdrawn</a:t>
            </a:r>
          </a:p>
          <a:p>
            <a:r>
              <a:t>10% daily disbursement cap withdrawn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Capital Limit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On-lending to farmers &amp; operational expenses</a:t>
            </a:r>
          </a:p>
          <a:p>
            <a:r>
              <a:t>Eligible produce: Potato, fruits, vegetables, spices, oilseeds etc.</a:t>
            </a:r>
          </a:p>
          <a:p>
            <a:r>
              <a:t>Product Code: 2017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 &amp;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Interest Rate: One Year MCLR</a:t>
            </a:r>
          </a:p>
          <a:p>
            <a:r>
              <a:t>Limit validity: 12 months</a:t>
            </a:r>
          </a:p>
          <a:p>
            <a:r>
              <a:t>90 days IRAC norms applicable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Eligible Borrowers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Individuals, Firms, Companies, Cooperatives</a:t>
            </a:r>
          </a:p>
          <a:p>
            <a:r>
              <a:t>Cold Storage units in commercial operation</a:t>
            </a:r>
          </a:p>
          <a:p>
            <a:r>
              <a:t>Food park units also eligible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of Working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storage capacity &amp; commodity price</a:t>
            </a:r>
          </a:p>
          <a:p>
            <a:r>
              <a:t>75% of book debt considered</a:t>
            </a:r>
          </a:p>
          <a:p>
            <a:r>
              <a:t>Additional 5% for operational expenses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Hypothecation of assets</a:t>
            </a:r>
          </a:p>
          <a:p>
            <a:r>
              <a:t>Mortgage of storage unit/landed property</a:t>
            </a:r>
          </a:p>
          <a:p>
            <a:r>
              <a:t>Monthly book debt statement &amp; physical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Guidelines simplified &amp; relaxed</a:t>
            </a:r>
          </a:p>
          <a:p>
            <a:r>
              <a:t>Better access to finance for farmers</a:t>
            </a:r>
          </a:p>
          <a:p>
            <a:r>
              <a:t>Boost to agricultural credit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