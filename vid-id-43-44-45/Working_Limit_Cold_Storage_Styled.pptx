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Limit to Cold Storage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Circular IC/29/2025 (10-01-2025)</a:t>
            </a:r>
          </a:p>
          <a:p>
            <a:r>
              <a:t>Working Capital for on-lending to farmers</a:t>
            </a:r>
          </a:p>
          <a:p>
            <a:r>
              <a:t>Storage of agricultural produce in cold storage units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Circular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Simplification of working capital guidelines</a:t>
            </a:r>
          </a:p>
          <a:p>
            <a:r>
              <a:t>Alignment with peer banks</a:t>
            </a:r>
          </a:p>
          <a:p>
            <a:r>
              <a:t>Improved access to finance for farmers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Modifications –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 charged at monthly rests</a:t>
            </a:r>
          </a:p>
          <a:p>
            <a:r>
              <a:t>Demanded as and when due</a:t>
            </a:r>
          </a:p>
          <a:p>
            <a:r>
              <a:t>Uniform interest norms for all commodities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Withdrawn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0.15% interest concession withdrawn</a:t>
            </a:r>
          </a:p>
          <a:p>
            <a:r>
              <a:t>40% liability reduction condition withdrawn</a:t>
            </a:r>
          </a:p>
          <a:p>
            <a:r>
              <a:t>2% penal charge condition withdrawn</a:t>
            </a:r>
          </a:p>
          <a:p>
            <a:r>
              <a:t>10% daily disbursement restriction withdrawn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Capital Limit –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Code: 2017</a:t>
            </a:r>
          </a:p>
          <a:p>
            <a:r>
              <a:t>Purpose: On-lending to farmers &amp; operational expenses</a:t>
            </a:r>
          </a:p>
          <a:p>
            <a:r>
              <a:t>Limit validity: 12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 &amp; IRAC Norms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 Rate: One Year MCLR</a:t>
            </a:r>
          </a:p>
          <a:p>
            <a:r>
              <a:t>Interest debited monthly</a:t>
            </a:r>
          </a:p>
          <a:p>
            <a:r>
              <a:t>90 days IRAC norms applicable from due 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Eligible Borrowers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Individuals, Firms, Companies, Cooperatives</a:t>
            </a:r>
          </a:p>
          <a:p>
            <a:r>
              <a:t>Cold storage units in commercial operation</a:t>
            </a:r>
          </a:p>
          <a:p>
            <a:r>
              <a:t>Food park cold storage units also eligible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Eligible Commodities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Potato, Onion, Apple, Peas, Vegetables</a:t>
            </a:r>
          </a:p>
          <a:p>
            <a:r>
              <a:t>Spices, Oilseeds, Cotton, Turmeric</a:t>
            </a:r>
          </a:p>
          <a:p>
            <a:r>
              <a:t>Coffee bean and other approved commodities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of Working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storage capacity &amp; commodity price</a:t>
            </a:r>
          </a:p>
          <a:p>
            <a:r>
              <a:t>75% of book debt considered</a:t>
            </a:r>
          </a:p>
          <a:p>
            <a:r>
              <a:t>Additional 5% allowed for operational expenses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Hypothecation of assets</a:t>
            </a:r>
          </a:p>
          <a:p>
            <a:r>
              <a:t>Mortgage of storage unit / landed property</a:t>
            </a:r>
          </a:p>
          <a:p>
            <a:r>
              <a:t>Monthly book debt statement &amp; physical verification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Revised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Simpler compliance for cold storage units</a:t>
            </a:r>
          </a:p>
          <a:p>
            <a:r>
              <a:t>Better liquidity support to farmers</a:t>
            </a:r>
          </a:p>
          <a:p>
            <a:r>
              <a:t>Boost to agricultural credit growth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Relaxed and farmer-friendly guidelines</a:t>
            </a:r>
          </a:p>
          <a:p>
            <a:r>
              <a:t>Enhanced role of cold storage in agri financing</a:t>
            </a:r>
          </a:p>
          <a:p>
            <a:r>
              <a:t>Effective implementation advised for all branches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